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27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8760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Clínica a </a:t>
            </a:r>
            <a:r>
              <a:rPr lang="en-US" sz="37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Domicilio</a:t>
            </a: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7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MyPodo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Llevamos la clínica podológica a la puerta de la casa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Sebastián y Matías | Ingeniería en Informática | Portafolio de Título |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atención a domicilio hoy es informal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11548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 por WhatsApp o papel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registro centralizado — cada cita vive en un mensaje o una hoja suelta que puede perderse en cualquier momento.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41601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ficha clínica ordenada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dispersos y desorganizados — el historial del paciente no existe como tal, dificultando el seguimiento clínico.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de salud sin protección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 legal y de privacidad — información sensible circula sin ningún marco de seguridad ni cumplimiento normativo.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Solución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20416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Reserva inteligente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23541"/>
            <a:ext cx="354182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paciente agenda en línea con disponibilidad en tiempo real. Sin llamadas, sin mensajes de WhatsApp, sin papel.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712343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Ficha clínica segura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115469"/>
            <a:ext cx="354182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Historial clínico centralizado, protegido y accesible solo para los profesionales autorizados.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004270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Triaje con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407396"/>
            <a:ext cx="354182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previa inteligente que prioriza casos y optimiza la agenda del podólogo antes de cada visita.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5314255"/>
            <a:ext cx="3541822" cy="838994"/>
          </a:xfrm>
          <a:prstGeom prst="roundRect">
            <a:avLst>
              <a:gd name="adj" fmla="val 8279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33330"/>
            <a:ext cx="206667" cy="165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8731" y="5485705"/>
            <a:ext cx="283927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 + Ficha clínica segura + Triaje con IA — todo en un solo sistema.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060" y="1834158"/>
            <a:ext cx="6923410" cy="3923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Funciona: Paciente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0822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flujo simple y guiado de principio a fin —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Registro → Reserva → Confirmación → Atención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23269"/>
            <a:ext cx="5434373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296832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Consentimiento y Registro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37700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paciente acepta términos, crea su perfil y firma el consentimiento informado digital.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023269"/>
            <a:ext cx="5434373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4854" y="296832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Elige Horario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84854" y="337700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 disponibilidad real del podólogo y reserva el bloque que mejor le acomoda.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170859"/>
            <a:ext cx="5434373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482" y="511591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Indicaciones de Llegada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50482" y="552459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Recibe instrucciones precisas de ubicación para que el profesional llegue sin contratiempos.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170859"/>
            <a:ext cx="5434373" cy="756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4854" y="511591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Podólogo en Camino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84854" y="552459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Notificación en tiempo real cuando el profesional está en ruta hacia el domicilio.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7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Funciona: Podólogo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284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Atiende y gestiona su negocio desde un mismo lugar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23252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Panel Diario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71680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Vista consolidada de la agenda del día: pacientes, horarios, direcciones y estado de cada cita. Todo en una sola pantalla.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49170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citas y disponibilidad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aforo con pausas automáticas de desinfección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Historial clínico por paciente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23252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Módulo de Informes y Gráficos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71680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Reportería integrada para tomar decisiones basadas en datos reales del negocio.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49170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Tratamientos más frecuentes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Evolución de ingresos mensuales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Indicadores de calidad de atención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4743748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5030490"/>
            <a:ext cx="236234" cy="1890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7024" y="4961037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módulos de datos y reportería son responsabilidad de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Sebastián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calidad, pruebas y seguridad a cargo de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Matías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0210"/>
            <a:ext cx="6296860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Propuesta de Valor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5233360" y="1110159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5369584" y="1246386"/>
            <a:ext cx="389821" cy="38983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738" y="1353542"/>
            <a:ext cx="175414" cy="1754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9584" y="1725513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Aforo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369584" y="1982093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Pausas automáticas de desinfección entre citas para garantizar higiene y seguridad en cada visita.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383036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6"/>
          <p:cNvSpPr/>
          <p:nvPr/>
        </p:nvSpPr>
        <p:spPr>
          <a:xfrm>
            <a:off x="5369584" y="2519263"/>
            <a:ext cx="389821" cy="38983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738" y="2626420"/>
            <a:ext cx="175414" cy="1754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9584" y="2998391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Indicaciones de Llegada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369584" y="3254970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Precisión en la ubicación del domicilio para que el profesional llegue a tiempo y sin errores.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3360" y="3655913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0"/>
          <p:cNvSpPr/>
          <p:nvPr/>
        </p:nvSpPr>
        <p:spPr>
          <a:xfrm>
            <a:off x="5369584" y="3792141"/>
            <a:ext cx="389821" cy="38983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738" y="3899297"/>
            <a:ext cx="175414" cy="1754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9584" y="4271268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Triaje con IA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369584" y="4527848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previa inteligente que prioriza casos clínicos y optimiza la agenda antes de cada visita.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33360" y="4928791"/>
            <a:ext cx="6296860" cy="1358999"/>
          </a:xfrm>
          <a:prstGeom prst="roundRect">
            <a:avLst>
              <a:gd name="adj" fmla="val 401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4"/>
          <p:cNvSpPr/>
          <p:nvPr/>
        </p:nvSpPr>
        <p:spPr>
          <a:xfrm>
            <a:off x="5369584" y="5065018"/>
            <a:ext cx="389821" cy="38983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738" y="5172174"/>
            <a:ext cx="175414" cy="1754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9584" y="5544145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Protección Legal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369584" y="5800725"/>
            <a:ext cx="6024412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 de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Ley N° 19.628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(1999) y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Ley N° 21.719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(2024) sobre protección de datos personales de salud.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0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problema real, un modelo escalable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4218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Hoy: Podólogos independientes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46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resuelve la informalidad de la atención podológica a domicilio — un segmento desatendido por las plataformas de salud tradicionales.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2273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Mañana: Otras especialidades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0702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arquitectura modular permite escalar hacia kinesiología, enfermería, fonoaudiología y otras especialidades de salud a domicilio.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926905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213648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514419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no depende de una sola especialidad — la plataforma es el activo.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176579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50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Viabilidad Técnica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6131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Equipo y Roles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240062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75881" y="2454473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</a:rPr>
              <a:t>Sebastián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2863155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y reportería — diseño del modelo de datos, dashboards e indicadores clínicos.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240062"/>
            <a:ext cx="5339919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4708" y="2454473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Matías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04708" y="2863155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Calidad, pruebas y seguridad — testing, validación normativa y protección de datos.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398948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r>
              <a:rPr lang="en-US" sz="4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61475" y="48494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de desarrollo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25809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completa con metodología Kanban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63135" y="398948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4363135" y="48494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Etapas del roadmap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363135" y="525809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requerimientos hasta implantación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64794" y="398948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4900" dirty="0"/>
          </a:p>
        </p:txBody>
      </p:sp>
      <p:sp>
        <p:nvSpPr>
          <p:cNvPr id="17" name="Text 15"/>
          <p:cNvSpPr/>
          <p:nvPr/>
        </p:nvSpPr>
        <p:spPr>
          <a:xfrm>
            <a:off x="8064794" y="48494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Leyes de cumplimiento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064794" y="525809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Ley 19.628 y Ley 21.719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33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Roadmap: Estado Actual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086323" y="1199059"/>
            <a:ext cx="19050" cy="452963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554623" y="1342330"/>
            <a:ext cx="40748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943054" y="1199059"/>
            <a:ext cx="305586" cy="305594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994002" y="1224508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1245691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1516559"/>
            <a:ext cx="475513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Levantamiento de necesidades, casos de uso y definición del alcance del sistema.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9591" y="2081014"/>
            <a:ext cx="40748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943054" y="1937742"/>
            <a:ext cx="305586" cy="305594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994002" y="1963192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5082" y="1984375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de Datos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75082" y="2255242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de la base de datos clínica, entidades y relaciones del sistema.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54623" y="2745383"/>
            <a:ext cx="40748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5943054" y="2602111"/>
            <a:ext cx="305586" cy="305594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994002" y="2627561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475" y="2648744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2919611"/>
            <a:ext cx="475513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de módulos: reservas, ficha clínica, panel del podólogo y notificaciones.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9591" y="3409752"/>
            <a:ext cx="40748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943054" y="3266480"/>
            <a:ext cx="305586" cy="305594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994002" y="329192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5082" y="3313113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082" y="3583980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Incorporación del chatbot de triaje y asistente virtual para evaluación previa.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54623" y="4074120"/>
            <a:ext cx="40748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943054" y="3930848"/>
            <a:ext cx="305586" cy="305594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994002" y="3956298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1475" y="3977481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Pruebas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4248348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funcional, de seguridad y validación de cumplimiento normativo.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9591" y="4738489"/>
            <a:ext cx="40748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5943054" y="4595217"/>
            <a:ext cx="305586" cy="305594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5994002" y="4620667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5082" y="4641850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Implantación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75082" y="4912717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Despliegue en producción, capacitación y entrega del sistema operativo.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1475" y="5838527"/>
            <a:ext cx="10868745" cy="440035"/>
          </a:xfrm>
          <a:prstGeom prst="roundRect">
            <a:avLst>
              <a:gd name="adj" fmla="val 1296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02" y="5978227"/>
            <a:ext cx="169759" cy="1358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02888" y="5970091"/>
            <a:ext cx="1090109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📍 </a:t>
            </a: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Estamos aquí: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Etapa de Desarrollo — avanzando hacia la Integración IA.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04553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Llevamos la clínica podológica a la puerta de la casa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4233565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Solicitamos la validación del proyecto para continuar con el desarrollo completo.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Sebastián y Matías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Ingeniería en Informática | Portafolio de Título | 2026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758</Words>
  <Application>Microsoft Office PowerPoint</Application>
  <PresentationFormat>Panorámica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Raleway</vt:lpstr>
      <vt:lpstr>Roboto Bold</vt:lpstr>
      <vt:lpstr>Arial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Sahn Zirael</cp:lastModifiedBy>
  <cp:revision>3</cp:revision>
  <dcterms:created xsi:type="dcterms:W3CDTF">2026-09-08T02:26:10Z</dcterms:created>
  <dcterms:modified xsi:type="dcterms:W3CDTF">2026-09-08T17:42:37Z</dcterms:modified>
</cp:coreProperties>
</file>